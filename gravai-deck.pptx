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 × CIRCLE · PROGRAMMABLE MONEY HACKATHON · AGENTIC ECONOMY TRACK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marketplace built for machine buyers.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purchase verified human demonstration data with USDC nanopayments on Arc.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Matheus Procópio · github.com/tetheusz/gravai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bottleneck is no longer models. It's data.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3291840"/>
          </a:xfrm>
          <a:prstGeom prst="rect">
            <a:avLst/>
          </a:prstGeom>
          <a:solidFill>
            <a:srgbClr val="121917"/>
          </a:solidFill>
          <a:ln w="12700">
            <a:solidFill>
              <a:srgbClr val="2330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text is exhausted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Frontier labs now compete for proprietary human “computer-use” demonstrations: screen recordings, actions, and narrated intent.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611880" cy="3291840"/>
          </a:xfrm>
          <a:prstGeom prst="rect">
            <a:avLst/>
          </a:prstGeom>
          <a:solidFill>
            <a:srgbClr val="121917"/>
          </a:solidFill>
          <a:ln w="12700">
            <a:solidFill>
              <a:srgbClr val="2330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doesn't scale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31089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Buying this data today is manual, trust-based and slow: contracts, invoices, spreadsheets, wire transfers.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2103120"/>
            <a:ext cx="3611880" cy="3291840"/>
          </a:xfrm>
          <a:prstGeom prst="rect">
            <a:avLst/>
          </a:prstGeom>
          <a:solidFill>
            <a:srgbClr val="121917"/>
          </a:solidFill>
          <a:ln w="12700">
            <a:solidFill>
              <a:srgbClr val="2330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can't participate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31089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that need data on demand have no way to evaluate quality and pay for it autonomously.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— Verified data commerce on Arc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GravAI: agents buy data. A verifier decides if money moves.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4008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Brief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96596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buyer agent holds a USDC wallet and needs data for a brief — e.g. “6h of narrated Excel/FP&amp;A workflows in pt-BR”.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64008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175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Sample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30175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pays a sub-cent nanopayment ($0.001) for a preview sample with a content hash for provenance.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64008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690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Verify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406908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verifier agent (LLM + objective rubric) scores narration, actions, completeness and quality.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64008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206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Settle or withhold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512064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→ the buyer autonomously pays for the full dataset ($0.05). Rejected → payment withheld, reason logged.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— Verified data commerce on Arc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IS REAL AGENT AUTONOMY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economic outcome is driven by a real quality signal.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3566160"/>
          </a:xfrm>
          <a:prstGeom prst="rect">
            <a:avLst/>
          </a:prstGeom>
          <a:solidFill>
            <a:srgbClr val="12191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 score 0.95 ≥ threshold 0.70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Buyer agent releases the $0.05 settlement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Total spent: $0.051 USDC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Delivery hash recorded for provenance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103120"/>
            <a:ext cx="5394960" cy="3566160"/>
          </a:xfrm>
          <a:prstGeom prst="rect">
            <a:avLst/>
          </a:prstGeom>
          <a:solidFill>
            <a:srgbClr val="121917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 score 0.85 &lt; strict threshold 0.95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Full payment withheld on-chain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Total spent: only $0.001 USDC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Rejection reason logged for the seller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— Verified data commerce on Arc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ARC + CIRCLE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payments only work if they cost less than the data.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3291840"/>
          </a:xfrm>
          <a:prstGeom prst="rect">
            <a:avLst/>
          </a:prstGeom>
          <a:solidFill>
            <a:srgbClr val="121917"/>
          </a:solidFill>
          <a:ln w="12700">
            <a:solidFill>
              <a:srgbClr val="2330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Sub-cent, gasless nanopayments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 Gateway batching (x402 protocol) makes $0.001 per-sample payments economically viable — no gas per request.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611880" cy="3291840"/>
          </a:xfrm>
          <a:prstGeom prst="rect">
            <a:avLst/>
          </a:prstGeom>
          <a:solidFill>
            <a:srgbClr val="121917"/>
          </a:solidFill>
          <a:ln w="12700">
            <a:solidFill>
              <a:srgbClr val="2330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USDC-native settlement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3440" y="329184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FX or banking rails friction for a cross-border data supply chain. Sellers withdraw Gateway balance to any payout wallet.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2103120"/>
            <a:ext cx="3611880" cy="3291840"/>
          </a:xfrm>
          <a:prstGeom prst="rect">
            <a:avLst/>
          </a:prstGeom>
          <a:solidFill>
            <a:srgbClr val="121917"/>
          </a:solidFill>
          <a:ln w="12700">
            <a:solidFill>
              <a:srgbClr val="2330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LATAM supply advantage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49640" y="329184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supply: pt-BR narrated business workflows. High-quality demonstrations at globally competitive cost.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— Verified data commerce on Arc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click. Two agents. Real USDC on Arc testnet.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· “Run buyer agent”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timeline streams every step: wallet check, Gateway top-up, sample nanopayment, LLM verdict with rubric scores, and the gated settlement — with tx receipts.
</a:t>
            </a:r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Strict-gate scenario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Raising the threshold makes the verifier reject the sample and withhold the payment — proving the gate controls the money.
</a:t>
            </a:r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settlement ledger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settlement lands in the ledger seconds after the click (Supabase realtime). Sellers withdraw earnings to a payout wallet.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— Verified data commerce on Arc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DURING THE HACKATHON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end-to-end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21408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Gated purchase loop: $0.001 sample → verify → $0.05 full 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81528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718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 agent: Gemini LLM + objective rubric, deterministic fallback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041648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319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x402 nanopayments via Circle Gateway batching on Arc testnet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001768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920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content hash / manifest on every delivery (provenance)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21408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0116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dashboard: agent run streamed step-by-step (SSE) + realtime ledger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081528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9718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listing with rubric, pricing and seller reputation v1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4041648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9319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payouts: Gateway balance → payout wallet withdrawals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5001768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8920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Animated landing page with EVM wallet connect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— Verified data commerce on Arc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&amp;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data is a fast-growing, underserved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2377440"/>
          </a:xfrm>
          <a:prstGeom prst="rect">
            <a:avLst/>
          </a:prstGeom>
          <a:solidFill>
            <a:srgbClr val="121917"/>
          </a:solidFill>
          <a:ln w="12700">
            <a:solidFill>
              <a:srgbClr val="2330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~$3.8B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data collection &amp; labeling market (2024), growing &gt;20% CAGR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611880" cy="2377440"/>
          </a:xfrm>
          <a:prstGeom prst="rect">
            <a:avLst/>
          </a:prstGeom>
          <a:solidFill>
            <a:srgbClr val="121917"/>
          </a:solidFill>
          <a:ln w="12700">
            <a:solidFill>
              <a:srgbClr val="2330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$250M+/yr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63440" y="31089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single frontier labs already spend on human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2103120"/>
            <a:ext cx="3611880" cy="2377440"/>
          </a:xfrm>
          <a:prstGeom prst="rect">
            <a:avLst/>
          </a:prstGeom>
          <a:solidFill>
            <a:srgbClr val="121917"/>
          </a:solidFill>
          <a:ln w="12700">
            <a:solidFill>
              <a:srgbClr val="2330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rate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549640" y="31089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monetizes per-transaction fees on verified settlements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Wedge: pt-BR / LATAM business workflows (Excel, ERP, fintech ops) — high demand, low supply, and USDC solves the cross-border payout problem from day one.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— Verified data commerce on Arc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demo to marketplace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4008" cy="10058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(hackathon)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2103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Gated autonomous purchase loop live on Arc testnet with real verifier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64008" cy="10058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3 months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3337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recording uploads + IPFS storage · verifier fine-tuned per domain · seller onboarding in Brazil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64008" cy="10058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572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6-12 months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45720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On-chain job records (ERC-1155) &amp; escrow · portable seller reputation · multi-buyer / multi-seller marketplace on Arc mainnet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— Verified data commerce on Arc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are becoming the biggest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7EC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buyers of human data.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GravAI gives them a marketplace where quality — not trust — moves the money.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Matheus Procópio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BA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github.com/tetheusz/gravai · Agentic Economy Track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2026-07-23T16:16:11Z</dcterms:created>
  <dcterms:modified xsi:type="dcterms:W3CDTF">2026-07-23T16:16:11Z</dcterms:modified>
</cp:coreProperties>
</file>