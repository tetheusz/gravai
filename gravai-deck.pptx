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82880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ENCODE × CIRCLE · PROGRAMMABLE MONEY HACKATHON · AGENTIC ECONOMY TRACK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77240" y="219456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E7EC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GravAI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822960" y="3474720"/>
            <a:ext cx="9601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dirty="0">
                <a:solidFill>
                  <a:srgbClr val="8BA39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data marketplace built for machine buyers.</a:t>
            </a:r>
            <a:endParaRPr lang="en-US" sz="20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000" dirty="0">
                <a:solidFill>
                  <a:srgbClr val="8BA39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agents purchase verified human demonstration data with USDC nanopayments on Arc.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56692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7EC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Matheus Procópio · github.com/tetheusz/gravai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7EC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AI bottleneck is no longer models. It's data.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611880" cy="3291840"/>
          </a:xfrm>
          <a:prstGeom prst="rect">
            <a:avLst/>
          </a:prstGeom>
          <a:solidFill>
            <a:srgbClr val="121917"/>
          </a:solidFill>
          <a:ln w="12700">
            <a:solidFill>
              <a:srgbClr val="23302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37744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Public text is exhausted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3108960"/>
            <a:ext cx="3200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E7EC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Frontier labs now compete for proprietary human “computer-use” demonstrations: screen recordings, actions, and narrated intent.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434840" y="2103120"/>
            <a:ext cx="3611880" cy="3291840"/>
          </a:xfrm>
          <a:prstGeom prst="rect">
            <a:avLst/>
          </a:prstGeom>
          <a:solidFill>
            <a:srgbClr val="121917"/>
          </a:solidFill>
          <a:ln w="12700">
            <a:solidFill>
              <a:srgbClr val="23302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237744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Procurement doesn't scale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663440" y="3108960"/>
            <a:ext cx="3200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E7EC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Buying this data today is manual, trust-based and slow: contracts, invoices, spreadsheets, wire transfers.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321040" y="2103120"/>
            <a:ext cx="3611880" cy="3291840"/>
          </a:xfrm>
          <a:prstGeom prst="rect">
            <a:avLst/>
          </a:prstGeom>
          <a:solidFill>
            <a:srgbClr val="121917"/>
          </a:solidFill>
          <a:ln w="12700">
            <a:solidFill>
              <a:srgbClr val="23302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49640" y="237744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Agents can't participate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549640" y="3108960"/>
            <a:ext cx="3200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E7EC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agents that need data on demand have no way to evaluate quality and pay for it autonomously.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A39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GravAI — Verified data commerce on Arc ·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7EC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GravAI: agents buy data. A verifier decides if money moves.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64008" cy="86868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96596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7EC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· Brief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291840" y="1965960"/>
            <a:ext cx="8321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8BA39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buyer agent holds a USDC wallet and needs data for a brief — e.g. “6h of narrated Excel/FP&amp;A workflows in pt-BR”.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017520"/>
            <a:ext cx="64008" cy="86868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301752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7EC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· Sample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291840" y="3017520"/>
            <a:ext cx="8321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8BA39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pays a sub-cent nanopayment ($0.001) for a preview sample with a content hash for provenance.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4069080"/>
            <a:ext cx="64008" cy="86868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406908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7EC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· Verify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291840" y="4069080"/>
            <a:ext cx="8321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8BA39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verifier agent (LLM + objective rubric) scores narration, actions, completeness and quality.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5120640"/>
            <a:ext cx="64008" cy="86868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512064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7EC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· Settle or withhold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291840" y="5120640"/>
            <a:ext cx="8321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8BA39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Approved → the buyer autonomously pays for the full dataset ($0.05). Rejected → payment withheld, reason logged.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A39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GravAI — Verified data commerce on Arc ·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THIS IS REAL AGENT AUTONOMY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7EC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economic outcome is driven by a real quality signal.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5394960" cy="3566160"/>
          </a:xfrm>
          <a:prstGeom prst="rect">
            <a:avLst/>
          </a:prstGeom>
          <a:solidFill>
            <a:srgbClr val="121917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APPROVED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834640"/>
            <a:ext cx="484632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E7EC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Verifier score 0.95 ≥ threshold 0.70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E7EC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Buyer agent releases the $0.05 settlement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E7EC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Total spent: $0.051 USDC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E7EC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Delivery hash recorded for provenance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63640" y="2103120"/>
            <a:ext cx="5394960" cy="3566160"/>
          </a:xfrm>
          <a:prstGeom prst="rect">
            <a:avLst/>
          </a:prstGeom>
          <a:solidFill>
            <a:srgbClr val="121917"/>
          </a:solidFill>
          <a:ln w="19050">
            <a:solidFill>
              <a:srgbClr val="F8717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71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REJECTED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37960" y="2834640"/>
            <a:ext cx="484632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E7EC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Verifier score 0.85 &lt; strict threshold 0.95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E7EC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Full payment withheld on-chain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E7EC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Total spent: only $0.001 USDC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E7EC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Rejection reason logged for the seller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A39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GravAI — Verified data commerce on Arc ·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ARC + CIRCLE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7EC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Machine payments only work if they cost less than the data.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611880" cy="3291840"/>
          </a:xfrm>
          <a:prstGeom prst="rect">
            <a:avLst/>
          </a:prstGeom>
          <a:solidFill>
            <a:srgbClr val="121917"/>
          </a:solidFill>
          <a:ln w="12700">
            <a:solidFill>
              <a:srgbClr val="23302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37744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Sub-cent, gasless nanopayments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" y="3291840"/>
            <a:ext cx="32004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E7EC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Circle Gateway batching (x402 protocol) makes $0.001 per-sample payments economically viable — no gas per request.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434840" y="2103120"/>
            <a:ext cx="3611880" cy="3291840"/>
          </a:xfrm>
          <a:prstGeom prst="rect">
            <a:avLst/>
          </a:prstGeom>
          <a:solidFill>
            <a:srgbClr val="121917"/>
          </a:solidFill>
          <a:ln w="12700">
            <a:solidFill>
              <a:srgbClr val="23302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237744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USDC-native settlement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663440" y="3291840"/>
            <a:ext cx="32004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E7EC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FX or banking rails friction for a cross-border data supply chain. Sellers withdraw Gateway balance to any payout wallet.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321040" y="2103120"/>
            <a:ext cx="3611880" cy="3291840"/>
          </a:xfrm>
          <a:prstGeom prst="rect">
            <a:avLst/>
          </a:prstGeom>
          <a:solidFill>
            <a:srgbClr val="121917"/>
          </a:solidFill>
          <a:ln w="12700">
            <a:solidFill>
              <a:srgbClr val="23302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49640" y="237744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LATAM supply advantage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549640" y="3291840"/>
            <a:ext cx="32004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E7EC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First supply: pt-BR narrated business workflows. High-quality demonstrations at globally competitive cost.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A39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GravAI — Verified data commerce on Arc ·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DEMO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7EC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click. Two agents. Real USDC on Arc testnet.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965960"/>
            <a:ext cx="1106424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· “Run buyer agent”
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E7EC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live timeline streams every step: wallet check, Gateway top-up, sample nanopayment, LLM verdict with rubric scores, and the gated settlement — with tx receipts.
</a:t>
            </a:r>
            <a:pPr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F871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Strict-gate scenario
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E7EC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Raising the threshold makes the verifier reject the sample and withhold the payment — proving the gate controls the money.
</a:t>
            </a:r>
            <a:pPr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Realtime settlement ledger
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E7EC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settlement lands in the ledger seconds after the click (Supabase realtime). Sellers withdraw earnings to a payout wallet.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A39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GravAI — Verified data commerce on Arc ·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DURING THE HACKATHON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7EC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Working end-to-end today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121408"/>
            <a:ext cx="164592" cy="164592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011680"/>
            <a:ext cx="5212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E7EC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Gated purchase loop: $0.001 sample → verify → $0.05 full dataset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3081528"/>
            <a:ext cx="164592" cy="164592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971800"/>
            <a:ext cx="5212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E7EC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Verifier agent: Gemini LLM + objective rubric, deterministic fallback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4041648"/>
            <a:ext cx="164592" cy="164592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931920"/>
            <a:ext cx="5212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E7EC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x402 nanopayments via Circle Gateway batching on Arc testnet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5001768"/>
            <a:ext cx="164592" cy="164592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4892040"/>
            <a:ext cx="5212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E7EC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SHA-256 content hash / manifest on every delivery (provenance)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309360" y="2121408"/>
            <a:ext cx="164592" cy="164592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3" name="Text 11"/>
          <p:cNvSpPr/>
          <p:nvPr/>
        </p:nvSpPr>
        <p:spPr>
          <a:xfrm>
            <a:off x="6675120" y="2011680"/>
            <a:ext cx="5212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E7EC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dashboard: agent run streamed step-by-step (SSE) + realtime ledger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309360" y="3081528"/>
            <a:ext cx="164592" cy="164592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2971800"/>
            <a:ext cx="5212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E7EC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Marketplace listing with rubric, pricing and seller reputation v1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309360" y="4041648"/>
            <a:ext cx="164592" cy="164592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7" name="Text 15"/>
          <p:cNvSpPr/>
          <p:nvPr/>
        </p:nvSpPr>
        <p:spPr>
          <a:xfrm>
            <a:off x="6675120" y="3931920"/>
            <a:ext cx="5212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E7EC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Seller payouts: Gateway balance → payout wallet withdrawals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309360" y="5001768"/>
            <a:ext cx="164592" cy="164592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0" y="4892040"/>
            <a:ext cx="5212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E7EC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Animated landing page with EVM wallet connect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A39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GravAI — Verified data commerce on Arc ·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 &amp; MODEL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7EC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Training data is a fast-growing, underserved market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611880" cy="2377440"/>
          </a:xfrm>
          <a:prstGeom prst="rect">
            <a:avLst/>
          </a:prstGeom>
          <a:solidFill>
            <a:srgbClr val="121917"/>
          </a:solidFill>
          <a:ln w="12700">
            <a:solidFill>
              <a:srgbClr val="23302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33172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~$3.8B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77240" y="310896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E7EC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data collection &amp; labeling market (2024), growing &gt;20% CAGR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434840" y="2103120"/>
            <a:ext cx="3611880" cy="2377440"/>
          </a:xfrm>
          <a:prstGeom prst="rect">
            <a:avLst/>
          </a:prstGeom>
          <a:solidFill>
            <a:srgbClr val="121917"/>
          </a:solidFill>
          <a:ln w="12700">
            <a:solidFill>
              <a:srgbClr val="23302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233172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$250M+/yr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663440" y="310896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E7EC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single frontier labs already spend on human data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321040" y="2103120"/>
            <a:ext cx="3611880" cy="2377440"/>
          </a:xfrm>
          <a:prstGeom prst="rect">
            <a:avLst/>
          </a:prstGeom>
          <a:solidFill>
            <a:srgbClr val="121917"/>
          </a:solidFill>
          <a:ln w="12700">
            <a:solidFill>
              <a:srgbClr val="23302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49640" y="233172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Take rate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8549640" y="3108960"/>
            <a:ext cx="3200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E7EC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GravAI monetizes per-transaction fees on verified settlements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484632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8BA39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Wedge: pt-BR / LATAM business workflows (Excel, ERP, fintech ops) — high demand, low supply, and USDC solves the cross-border payout problem from day one.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A39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GravAI — Verified data commerce on Arc ·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ROADMAP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7EC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demo to marketplace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64008" cy="100584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2103120"/>
            <a:ext cx="2926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7EC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Now (hackathon)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840480" y="2103120"/>
            <a:ext cx="7772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8BA39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Gated autonomous purchase loop live on Arc testnet with real verifier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337560"/>
            <a:ext cx="64008" cy="100584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3337560"/>
            <a:ext cx="2926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7EC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 3 months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840480" y="3337560"/>
            <a:ext cx="7772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8BA39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 recording uploads + IPFS storage · verifier fine-tuned per domain · seller onboarding in Brazil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4572000"/>
            <a:ext cx="64008" cy="100584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4572000"/>
            <a:ext cx="2926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7EC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6-12 months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840480" y="4572000"/>
            <a:ext cx="7772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8BA39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On-chain job records (ERC-1155) &amp; escrow · portable seller reputation · multi-buyer / multi-seller marketplace on Arc mainnet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A39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GravAI — Verified data commerce on Arc ·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FINAL SUBMISSION LINKS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EC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 a judge needs — public, no private logins.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64008" cy="77724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920240"/>
            <a:ext cx="2194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7EC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108960" y="1920240"/>
            <a:ext cx="8503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A39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https://github.com/tetheusz/gravai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880360"/>
            <a:ext cx="64008" cy="77724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880360"/>
            <a:ext cx="2194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7EC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app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108960" y="2880360"/>
            <a:ext cx="8503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A39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on Vercel → paste production URL in Encode + README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840480"/>
            <a:ext cx="64008" cy="77724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840480"/>
            <a:ext cx="2194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7EC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Deck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108960" y="3840480"/>
            <a:ext cx="8503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A39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Upload gravai-deck.pptx to Google Slides · anyone with the link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800600"/>
            <a:ext cx="64008" cy="77724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4800600"/>
            <a:ext cx="2194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7EC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Video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108960" y="4800600"/>
            <a:ext cx="8503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A39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≤3 min · Standard approve + Strict withhold · YouTube/Loom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A39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GravAI — Verified data commerce on Arc ·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01168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E7EC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Agents are becoming the biggest</a:t>
            </a:r>
            <a:endParaRPr lang="en-US" sz="40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E7EC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buyers of human data.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7490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GravAI gives them a marketplace where quality — not trust — moves the money.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49377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8BA39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Prototype fixtures + real USDC nanopayments on Arc testnet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8BA39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Matheus Procópio · github.com/tetheusz/gravai · Agentic Economy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2026-07-24T23:43:00Z</dcterms:created>
  <dcterms:modified xsi:type="dcterms:W3CDTF">2026-07-24T23:43:00Z</dcterms:modified>
</cp:coreProperties>
</file>